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0"/>
  </p:normalViewPr>
  <p:slideViewPr>
    <p:cSldViewPr showGuide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8/26/2026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8/26/2026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0CFBEFC6E98A41B2FABD59F4D1D7F1" ma:contentTypeVersion="4" ma:contentTypeDescription="Create a new document." ma:contentTypeScope="" ma:versionID="fe0225f85d678fd7998b237cf29fef63">
  <xsd:schema xmlns:xsd="http://www.w3.org/2001/XMLSchema" xmlns:xs="http://www.w3.org/2001/XMLSchema" xmlns:p="http://schemas.microsoft.com/office/2006/metadata/properties" xmlns:ns3="fda3c891-e197-4291-a6a2-99809158c50b" targetNamespace="http://schemas.microsoft.com/office/2006/metadata/properties" ma:root="true" ma:fieldsID="93bb8ce7d9da8a78c669030a725b89f3" ns3:_="">
    <xsd:import namespace="fda3c891-e197-4291-a6a2-99809158c5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a3c891-e197-4291-a6a2-99809158c5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fda3c891-e197-4291-a6a2-99809158c50b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F3EB8B-733C-4EE3-8795-8CBDC3DA78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a3c891-e197-4291-a6a2-99809158c5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{42FB260F-4B53-47BC-A381-5D9DEB99F102}0f45c1b8-b519-4737-8f12-a18148944ef7-TFfcaeb239-e0ad-43c4-9739-4084ddd7c62fe496f549_win32</Template>
  <TotalTime>2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Bahnschrift SemiLight</vt:lpstr>
      <vt:lpstr>Blockwork elegance</vt:lpstr>
      <vt:lpstr>Presentation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naerel</dc:creator>
  <cp:lastModifiedBy>naerel</cp:lastModifiedBy>
  <cp:revision>1</cp:revision>
  <dcterms:created xsi:type="dcterms:W3CDTF">2026-08-26T01:40:35Z</dcterms:created>
  <dcterms:modified xsi:type="dcterms:W3CDTF">2026-08-26T01:42:56Z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0x010100EF0CFBEFC6E98A41B2FABD59F4D1D7F1</vt:lpwstr>
  </property>
  <property fmtid="{D5CDD505-2E9C-101B-9397-08002B2CF9AE}" pid="3" name="MediaServiceImageTags">
    <vt:lpwstr/>
  </property>
</Properties>
</file>